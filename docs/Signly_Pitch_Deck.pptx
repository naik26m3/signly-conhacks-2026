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0">
                <a:solidFill>
                  <a:srgbClr val="00C9A7"/>
                </a:solidFill>
              </a:rPr>
              <a:t>Signly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2200">
                <a:solidFill>
                  <a:srgbClr val="FFFFFF"/>
                </a:solidFill>
              </a:rPr>
              <a:t>Bridging the silence — real-time ASL translation for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CCCCCC"/>
                </a:solidFill>
              </a:rPr>
              <a:t>ConHacks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marL="182880">
              <a:spcBef>
                <a:spcPts val="80"/>
              </a:spcBef>
            </a:pPr>
            <a:r>
              <a:rPr sz="1900" b="0">
                <a:solidFill>
                  <a:srgbClr val="FFFFFF"/>
                </a:solidFill>
              </a:rPr>
              <a:t>• 70M+ deaf/hard-of-hearing people worldwide; 11M+ in the U.S.</a:t>
            </a:r>
          </a:p>
          <a:p>
            <a:pPr indent="-182880" marL="182880">
              <a:spcBef>
                <a:spcPts val="80"/>
              </a:spcBef>
            </a:pPr>
            <a:r>
              <a:rPr sz="1900" b="0">
                <a:solidFill>
                  <a:srgbClr val="FFFFFF"/>
                </a:solidFill>
              </a:rPr>
              <a:t>• Only ~2% of hearing people know sign language</a:t>
            </a:r>
          </a:p>
          <a:p>
            <a:pPr indent="-182880" marL="182880">
              <a:spcBef>
                <a:spcPts val="80"/>
              </a:spcBef>
            </a:pPr>
            <a:r>
              <a:rPr sz="1900" b="0">
                <a:solidFill>
                  <a:srgbClr val="FFFFFF"/>
                </a:solidFill>
              </a:rPr>
              <a:t>• Daily barriers: education, healthcare, retail, social life</a:t>
            </a:r>
          </a:p>
          <a:p>
            <a:pPr indent="-182880" marL="182880">
              <a:spcBef>
                <a:spcPts val="80"/>
              </a:spcBef>
            </a:pPr>
            <a:r>
              <a:rPr sz="1900" b="1">
                <a:solidFill>
                  <a:srgbClr val="00C9A7"/>
                </a:solidFill>
              </a:rPr>
              <a:t>• Existing solutions are B2B only</a:t>
            </a:r>
          </a:p>
          <a:p>
            <a:pPr lvl="1" indent="-182880" marL="411480">
              <a:spcBef>
                <a:spcPts val="40"/>
              </a:spcBef>
            </a:pPr>
            <a:r>
              <a:rPr sz="1800" b="0">
                <a:solidFill>
                  <a:srgbClr val="FFFFFF"/>
                </a:solidFill>
              </a:rPr>
              <a:t>  – Enterprise software for call centers &amp; executive meetings</a:t>
            </a:r>
          </a:p>
          <a:p>
            <a:pPr lvl="1" indent="-182880" marL="411480">
              <a:spcBef>
                <a:spcPts val="40"/>
              </a:spcBef>
            </a:pPr>
            <a:r>
              <a:rPr sz="1800" b="0">
                <a:solidFill>
                  <a:srgbClr val="FFFFFF"/>
                </a:solidFill>
              </a:rPr>
              <a:t>  – High cost, IT/org deployment — not built for individuals</a:t>
            </a:r>
          </a:p>
          <a:p>
            <a:pPr indent="-182880" marL="182880">
              <a:spcBef>
                <a:spcPts val="80"/>
              </a:spcBef>
            </a:pPr>
            <a:r>
              <a:rPr sz="1900" b="1">
                <a:solidFill>
                  <a:srgbClr val="00C9A7"/>
                </a:solidFill>
              </a:rPr>
              <a:t>• No mainstream, affordable B2C solution exists</a:t>
            </a:r>
          </a:p>
          <a:p>
            <a:pPr indent="-182880" marL="182880">
              <a:spcBef>
                <a:spcPts val="80"/>
              </a:spcBef>
            </a:pPr>
            <a:r>
              <a:rPr sz="1900" b="0">
                <a:solidFill>
                  <a:srgbClr val="FFFFFF"/>
                </a:solidFill>
              </a:rPr>
              <a:t>• 430M people globally with disabling hearing loss — underserved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FFFFFF"/>
                </a:solidFill>
              </a:rPr>
              <a:t>Solution — What is Signly?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marL="182880">
              <a:spcBef>
                <a:spcPts val="80"/>
              </a:spcBef>
            </a:pPr>
            <a:r>
              <a:rPr sz="2200" b="0">
                <a:solidFill>
                  <a:srgbClr val="FFFFFF"/>
                </a:solidFill>
              </a:rPr>
              <a:t>• Mobile app that translates ASL → English in real time via phone camera</a:t>
            </a:r>
          </a:p>
          <a:p>
            <a:pPr indent="-182880" marL="182880">
              <a:spcBef>
                <a:spcPts val="80"/>
              </a:spcBef>
            </a:pPr>
            <a:r>
              <a:rPr sz="2200" b="0">
                <a:solidFill>
                  <a:srgbClr val="FFFFFF"/>
                </a:solidFill>
              </a:rPr>
              <a:t>• No special hardware — just a smartphone you already own</a:t>
            </a:r>
          </a:p>
          <a:p>
            <a:pPr indent="-182880" marL="182880">
              <a:spcBef>
                <a:spcPts val="80"/>
              </a:spcBef>
            </a:pPr>
            <a:r>
              <a:rPr sz="2200" b="0">
                <a:solidFill>
                  <a:srgbClr val="FFFFFF"/>
                </a:solidFill>
              </a:rPr>
              <a:t>• On-device ML model — works fully offline, no data sent to cloud</a:t>
            </a:r>
          </a:p>
          <a:p>
            <a:pPr indent="-182880" marL="182880">
              <a:spcBef>
                <a:spcPts val="80"/>
              </a:spcBef>
            </a:pPr>
            <a:r>
              <a:rPr sz="2200" b="0">
                <a:solidFill>
                  <a:srgbClr val="FFFFFF"/>
                </a:solidFill>
              </a:rPr>
              <a:t>• Instant, accurate, and completely private</a:t>
            </a:r>
          </a:p>
          <a:p>
            <a:pPr indent="-182880" marL="182880">
              <a:spcBef>
                <a:spcPts val="80"/>
              </a:spcBef>
            </a:pPr>
            <a:r>
              <a:rPr sz="2200" b="1">
                <a:solidFill>
                  <a:srgbClr val="00C9A7"/>
                </a:solidFill>
              </a:rPr>
              <a:t>• Designed for everyday consumers, not enterprise IT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marL="182880">
              <a:spcBef>
                <a:spcPts val="80"/>
              </a:spcBef>
            </a:pPr>
            <a:r>
              <a:rPr sz="2000" b="0">
                <a:solidFill>
                  <a:srgbClr val="FFFFFF"/>
                </a:solidFill>
              </a:rPr>
              <a:t>• Open camera → point at person signing</a:t>
            </a:r>
          </a:p>
          <a:p>
            <a:pPr indent="-182880" marL="182880">
              <a:spcBef>
                <a:spcPts val="80"/>
              </a:spcBef>
            </a:pPr>
            <a:r>
              <a:rPr sz="2000" b="0">
                <a:solidFill>
                  <a:srgbClr val="FFFFFF"/>
                </a:solidFill>
              </a:rPr>
              <a:t>• CV/ML model detects hand landmarks &amp; gesture sequences in real time</a:t>
            </a:r>
          </a:p>
          <a:p>
            <a:pPr indent="-182880" marL="182880">
              <a:spcBef>
                <a:spcPts val="80"/>
              </a:spcBef>
            </a:pPr>
            <a:r>
              <a:rPr sz="2000" b="0">
                <a:solidFill>
                  <a:srgbClr val="FFFFFF"/>
                </a:solidFill>
              </a:rPr>
              <a:t>• Translated text (+ optional text-to-speech audio) shown on screen</a:t>
            </a:r>
          </a:p>
          <a:p>
            <a:pPr indent="-182880" marL="182880">
              <a:spcBef>
                <a:spcPts val="80"/>
              </a:spcBef>
            </a:pPr>
            <a:r>
              <a:rPr sz="2000" b="1">
                <a:solidFill>
                  <a:srgbClr val="00C9A7"/>
                </a:solidFill>
              </a:rPr>
              <a:t>• Tech stack</a:t>
            </a:r>
          </a:p>
          <a:p>
            <a:pPr lvl="1" indent="-182880" marL="411480">
              <a:spcBef>
                <a:spcPts val="40"/>
              </a:spcBef>
            </a:pPr>
            <a:r>
              <a:rPr sz="1900" b="0">
                <a:solidFill>
                  <a:srgbClr val="FFFFFF"/>
                </a:solidFill>
              </a:rPr>
              <a:t>  – Phone camera  →  MediaPipe pose/hand estimation</a:t>
            </a:r>
          </a:p>
          <a:p>
            <a:pPr lvl="1" indent="-182880" marL="411480">
              <a:spcBef>
                <a:spcPts val="40"/>
              </a:spcBef>
            </a:pPr>
            <a:r>
              <a:rPr sz="1900" b="0">
                <a:solidFill>
                  <a:srgbClr val="FFFFFF"/>
                </a:solidFill>
              </a:rPr>
              <a:t>  – →  Transformer sequence model  →  English text output</a:t>
            </a:r>
          </a:p>
          <a:p>
            <a:pPr lvl="1" indent="-182880" marL="411480">
              <a:spcBef>
                <a:spcPts val="40"/>
              </a:spcBef>
            </a:pPr>
            <a:r>
              <a:rPr sz="1900" b="0">
                <a:solidFill>
                  <a:srgbClr val="FFFFFF"/>
                </a:solidFill>
              </a:rPr>
              <a:t>  – →  Optional TTS for spoken audio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marL="182880">
              <a:spcBef>
                <a:spcPts val="80"/>
              </a:spcBef>
            </a:pPr>
            <a:r>
              <a:rPr sz="2000" b="1">
                <a:solidFill>
                  <a:srgbClr val="00C9A7"/>
                </a:solidFill>
              </a:rPr>
              <a:t>• TAM — 430M people globally with disabling hearing loss</a:t>
            </a:r>
          </a:p>
          <a:p>
            <a:pPr indent="-182880" marL="182880">
              <a:spcBef>
                <a:spcPts val="80"/>
              </a:spcBef>
            </a:pPr>
            <a:r>
              <a:rPr sz="2000" b="1">
                <a:solidFill>
                  <a:srgbClr val="00C9A7"/>
                </a:solidFill>
              </a:rPr>
              <a:t>• SAM — 70M sign-language users + families, teachers, caregivers (~200M+)</a:t>
            </a:r>
          </a:p>
          <a:p>
            <a:pPr indent="-182880" marL="182880">
              <a:spcBef>
                <a:spcPts val="80"/>
              </a:spcBef>
            </a:pPr>
            <a:r>
              <a:rPr sz="2000" b="1">
                <a:solidFill>
                  <a:srgbClr val="00C9A7"/>
                </a:solidFill>
              </a:rPr>
              <a:t>• SOM — 500K downloads (Year 1) via freemium model</a:t>
            </a:r>
          </a:p>
          <a:p>
            <a:pPr indent="-182880" marL="182880">
              <a:spcBef>
                <a:spcPts val="80"/>
              </a:spcBef>
            </a:pPr>
            <a:r>
              <a:rPr sz="2000" b="0">
                <a:solidFill>
                  <a:srgbClr val="FFFFFF"/>
                </a:solidFill>
              </a:rPr>
              <a:t>• U.S. accessibility app market → $7.9B by 2027 (CAGR ~8.4%)</a:t>
            </a:r>
          </a:p>
          <a:p>
            <a:pPr indent="-182880" marL="182880">
              <a:spcBef>
                <a:spcPts val="80"/>
              </a:spcBef>
            </a:pPr>
            <a:r>
              <a:rPr sz="2000" b="0">
                <a:solidFill>
                  <a:srgbClr val="FFFFFF"/>
                </a:solidFill>
              </a:rPr>
              <a:t>• Be My Eyes: 7M+ users in 5 years — proven B2C demand in accessibility</a:t>
            </a:r>
          </a:p>
          <a:p>
            <a:pPr indent="-182880" marL="182880">
              <a:spcBef>
                <a:spcPts val="80"/>
              </a:spcBef>
            </a:pPr>
            <a:r>
              <a:rPr sz="2000" b="0">
                <a:solidFill>
                  <a:srgbClr val="FFFFFF"/>
                </a:solidFill>
              </a:rPr>
              <a:t>• ADA &amp; global accessibility regulations driving adoption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marL="182880">
              <a:spcBef>
                <a:spcPts val="80"/>
              </a:spcBef>
            </a:pPr>
            <a:r>
              <a:rPr sz="2000" b="0">
                <a:solidFill>
                  <a:srgbClr val="FFFFFF"/>
                </a:solidFill>
              </a:rPr>
              <a:t>• Sorenson, ZVRS, Purple — enterprise VRS, B2B only, expensive</a:t>
            </a:r>
          </a:p>
          <a:p>
            <a:pPr indent="-182880" marL="182880">
              <a:spcBef>
                <a:spcPts val="80"/>
              </a:spcBef>
            </a:pPr>
            <a:r>
              <a:rPr sz="2000" b="0">
                <a:solidFill>
                  <a:srgbClr val="FFFFFF"/>
                </a:solidFill>
              </a:rPr>
              <a:t>• Google Translate — does not support sign language</a:t>
            </a:r>
          </a:p>
          <a:p>
            <a:pPr indent="-182880" marL="182880">
              <a:spcBef>
                <a:spcPts val="80"/>
              </a:spcBef>
            </a:pPr>
            <a:r>
              <a:rPr sz="2000" b="1">
                <a:solidFill>
                  <a:srgbClr val="00C9A7"/>
                </a:solidFill>
              </a:rPr>
              <a:t>• No consumer-grade, real-time ASL-to-text app exists at scale</a:t>
            </a:r>
          </a:p>
          <a:p>
            <a:pPr indent="-182880" marL="182880">
              <a:spcBef>
                <a:spcPts val="80"/>
              </a:spcBef>
            </a:pPr>
            <a:r>
              <a:rPr sz="2000" b="1">
                <a:solidFill>
                  <a:srgbClr val="00C9A7"/>
                </a:solidFill>
              </a:rPr>
              <a:t>• Signly's edge</a:t>
            </a:r>
          </a:p>
          <a:p>
            <a:pPr lvl="1" indent="-182880" marL="411480">
              <a:spcBef>
                <a:spcPts val="40"/>
              </a:spcBef>
            </a:pPr>
            <a:r>
              <a:rPr sz="1900" b="0">
                <a:solidFill>
                  <a:srgbClr val="FFFFFF"/>
                </a:solidFill>
              </a:rPr>
              <a:t>  – B2C, mobile-first — designed for the individual</a:t>
            </a:r>
          </a:p>
          <a:p>
            <a:pPr lvl="1" indent="-182880" marL="411480">
              <a:spcBef>
                <a:spcPts val="40"/>
              </a:spcBef>
            </a:pPr>
            <a:r>
              <a:rPr sz="1900" b="0">
                <a:solidFill>
                  <a:srgbClr val="FFFFFF"/>
                </a:solidFill>
              </a:rPr>
              <a:t>  – Real-time, offline, zero cost barrier (freemium)</a:t>
            </a:r>
          </a:p>
          <a:p>
            <a:pPr lvl="1" indent="-182880" marL="411480">
              <a:spcBef>
                <a:spcPts val="40"/>
              </a:spcBef>
            </a:pPr>
            <a:r>
              <a:rPr sz="1900" b="0">
                <a:solidFill>
                  <a:srgbClr val="FFFFFF"/>
                </a:solidFill>
              </a:rPr>
              <a:t>  – No enterprise contract, no IT setup, instant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marL="182880">
              <a:spcBef>
                <a:spcPts val="80"/>
              </a:spcBef>
            </a:pPr>
            <a:r>
              <a:rPr sz="2100" b="1">
                <a:solidFill>
                  <a:srgbClr val="00C9A7"/>
                </a:solidFill>
              </a:rPr>
              <a:t>• Freemium — free core translation for all users</a:t>
            </a:r>
          </a:p>
          <a:p>
            <a:pPr lvl="1" indent="-182880" marL="411480">
              <a:spcBef>
                <a:spcPts val="40"/>
              </a:spcBef>
            </a:pPr>
            <a:r>
              <a:rPr sz="2000" b="0">
                <a:solidFill>
                  <a:srgbClr val="FFFFFF"/>
                </a:solidFill>
              </a:rPr>
              <a:t>  – Premium subscription: history, multi-language signs, integrations — $4.99/mo</a:t>
            </a:r>
          </a:p>
          <a:p>
            <a:pPr indent="-182880" marL="182880">
              <a:spcBef>
                <a:spcPts val="80"/>
              </a:spcBef>
            </a:pPr>
            <a:r>
              <a:rPr sz="2100" b="1">
                <a:solidFill>
                  <a:srgbClr val="00C9A7"/>
                </a:solidFill>
              </a:rPr>
              <a:t>• B2B2C licensing — schools, hospitals, government agencies</a:t>
            </a:r>
          </a:p>
          <a:p>
            <a:pPr indent="-182880" marL="182880">
              <a:spcBef>
                <a:spcPts val="80"/>
              </a:spcBef>
            </a:pPr>
            <a:r>
              <a:rPr sz="2100" b="0">
                <a:solidFill>
                  <a:srgbClr val="FFFFFF"/>
                </a:solidFill>
              </a:rPr>
              <a:t>• API licensing for third-party app developers</a:t>
            </a:r>
          </a:p>
          <a:p>
            <a:pPr indent="-182880" marL="182880">
              <a:spcBef>
                <a:spcPts val="80"/>
              </a:spcBef>
            </a:pPr>
            <a:r>
              <a:rPr sz="2100" b="0">
                <a:solidFill>
                  <a:srgbClr val="FFFFFF"/>
                </a:solidFill>
              </a:rPr>
              <a:t>• Revenue levers scale with both consumer growth and enterprise partnerships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FFFFFF"/>
                </a:solidFill>
              </a:rPr>
              <a:t>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marL="182880">
              <a:spcBef>
                <a:spcPts val="80"/>
              </a:spcBef>
            </a:pPr>
            <a:r>
              <a:rPr sz="2100" b="1">
                <a:solidFill>
                  <a:srgbClr val="00C9A7"/>
                </a:solidFill>
              </a:rPr>
              <a:t>• Now — Prototype built; live demo available today</a:t>
            </a:r>
          </a:p>
          <a:p>
            <a:pPr indent="-182880" marL="182880">
              <a:spcBef>
                <a:spcPts val="80"/>
              </a:spcBef>
            </a:pPr>
            <a:r>
              <a:rPr sz="2100" b="0">
                <a:solidFill>
                  <a:srgbClr val="FFFFFF"/>
                </a:solidFill>
              </a:rPr>
              <a:t>• Hackathon MVP: ASL alphabet + 100 common phrases</a:t>
            </a:r>
          </a:p>
          <a:p>
            <a:pPr indent="-182880" marL="182880">
              <a:spcBef>
                <a:spcPts val="80"/>
              </a:spcBef>
            </a:pPr>
            <a:r>
              <a:rPr sz="2100" b="1">
                <a:solidFill>
                  <a:srgbClr val="00C9A7"/>
                </a:solidFill>
              </a:rPr>
              <a:t>• 6 months — Full ASL vocabulary; Android + iOS launch</a:t>
            </a:r>
          </a:p>
          <a:p>
            <a:pPr indent="-182880" marL="182880">
              <a:spcBef>
                <a:spcPts val="80"/>
              </a:spcBef>
            </a:pPr>
            <a:r>
              <a:rPr sz="2100" b="1">
                <a:solidFill>
                  <a:srgbClr val="00C9A7"/>
                </a:solidFill>
              </a:rPr>
              <a:t>• 12 months — BSL &amp; other sign languages; real-time captions overlay</a:t>
            </a:r>
          </a:p>
          <a:p>
            <a:pPr indent="-182880" marL="182880">
              <a:spcBef>
                <a:spcPts val="80"/>
              </a:spcBef>
            </a:pPr>
            <a:r>
              <a:rPr sz="2100" b="1">
                <a:solidFill>
                  <a:srgbClr val="00C9A7"/>
                </a:solidFill>
              </a:rPr>
              <a:t>• 18 months — Two-way communication: text → animated signing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FFFFFF"/>
                </a:solidFill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marL="182880">
              <a:spcBef>
                <a:spcPts val="80"/>
              </a:spcBef>
            </a:pPr>
            <a:r>
              <a:rPr sz="2100" b="0">
                <a:solidFill>
                  <a:srgbClr val="FFFFFF"/>
                </a:solidFill>
              </a:rPr>
              <a:t>• [Name] — ML / Computer Vision lead</a:t>
            </a:r>
          </a:p>
          <a:p>
            <a:pPr indent="-182880" marL="182880">
              <a:spcBef>
                <a:spcPts val="80"/>
              </a:spcBef>
            </a:pPr>
            <a:r>
              <a:rPr sz="2100" b="0">
                <a:solidFill>
                  <a:srgbClr val="FFFFFF"/>
                </a:solidFill>
              </a:rPr>
              <a:t>• [Name] — Mobile (React Native / Expo) lead</a:t>
            </a:r>
          </a:p>
          <a:p>
            <a:pPr indent="-182880" marL="182880">
              <a:spcBef>
                <a:spcPts val="80"/>
              </a:spcBef>
            </a:pPr>
            <a:r>
              <a:rPr sz="2100" b="0">
                <a:solidFill>
                  <a:srgbClr val="FFFFFF"/>
                </a:solidFill>
              </a:rPr>
              <a:t>• [Name] — Backend &amp; API (FastAPI)</a:t>
            </a:r>
          </a:p>
          <a:p>
            <a:pPr indent="-182880" marL="182880">
              <a:spcBef>
                <a:spcPts val="80"/>
              </a:spcBef>
            </a:pPr>
            <a:r>
              <a:rPr sz="2100" b="0">
                <a:solidFill>
                  <a:srgbClr val="FFFFFF"/>
                </a:solidFill>
              </a:rPr>
              <a:t>• [Name] — Design &amp; Accessibility UX</a:t>
            </a:r>
          </a:p>
          <a:p>
            <a:pPr indent="-182880" marL="182880">
              <a:spcBef>
                <a:spcPts val="80"/>
              </a:spcBef>
            </a:pPr>
            <a:r>
              <a:rPr sz="2100" b="1">
                <a:solidFill>
                  <a:srgbClr val="00C9A7"/>
                </a:solidFill>
              </a:rPr>
              <a:t>• Combined skills: ML/CV, mobile dev, backend, accessibility-first design</a:t>
            </a:r>
          </a:p>
          <a:p>
            <a:pPr indent="-182880" marL="182880">
              <a:spcBef>
                <a:spcPts val="80"/>
              </a:spcBef>
            </a:pPr>
            <a:r>
              <a:rPr sz="2100" b="0">
                <a:solidFill>
                  <a:srgbClr val="CCCCCC"/>
                </a:solidFill>
              </a:rPr>
              <a:t>• Advisors / mentors: [add if applicable]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029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FFFFFF"/>
                </a:solidFill>
              </a:rPr>
              <a:t>Join the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marL="182880">
              <a:spcBef>
                <a:spcPts val="80"/>
              </a:spcBef>
            </a:pPr>
            <a:r>
              <a:rPr sz="2200" b="1">
                <a:solidFill>
                  <a:srgbClr val="00C9A7"/>
                </a:solidFill>
              </a:rPr>
              <a:t>• Vote for Signly — help us bring this to the world</a:t>
            </a:r>
          </a:p>
          <a:p>
            <a:pPr indent="-182880" marL="182880">
              <a:spcBef>
                <a:spcPts val="80"/>
              </a:spcBef>
            </a:pPr>
            <a:r>
              <a:rPr sz="2200" b="0">
                <a:solidFill>
                  <a:srgbClr val="FFFFFF"/>
                </a:solidFill>
              </a:rPr>
              <a:t>• Looking for: mentors, early testers, partnership interest</a:t>
            </a:r>
          </a:p>
          <a:p>
            <a:pPr indent="-182880" marL="182880">
              <a:spcBef>
                <a:spcPts val="80"/>
              </a:spcBef>
            </a:pPr>
            <a:r>
              <a:rPr sz="2200" b="0">
                <a:solidFill>
                  <a:srgbClr val="FFFFFF"/>
                </a:solidFill>
              </a:rPr>
              <a:t>• Try the live demo — scan the QR code or visit [your-link]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2600">
                <a:solidFill>
                  <a:srgbClr val="00C9A7"/>
                </a:solidFill>
              </a:rPr>
              <a:t>"A world where no one is left out of the conversation."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500">
                <a:solidFill>
                  <a:srgbClr val="CCCCCC"/>
                </a:solidFill>
              </a:rPr>
              <a:t>contact@signly.app  |  github.com/naik26m3/signly-conhacks-2026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